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AICTE–Edunet Internship Project</a:t>
            </a:r>
          </a:p>
          <a:p>
            <a:r>
              <a:t>Waste Classification using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Vishal Chouhan</a:t>
            </a:r>
          </a:p>
          <a:p>
            <a:r>
              <a:t>College: IIIT Agartala</a:t>
            </a:r>
          </a:p>
          <a:p>
            <a:r>
              <a:t>Duration: 4-Week AI/ML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Artificial Intelligence (AI) and Machine Learning (ML) are transforming industries.</a:t>
            </a:r>
          </a:p>
          <a:p>
            <a:pPr>
              <a:spcAft>
                <a:spcPts val="1000"/>
              </a:spcAft>
            </a:pPr>
            <a:r>
              <a:t>This project focuses on classifying waste images into Organic and Recyclable using CNN.</a:t>
            </a:r>
          </a:p>
          <a:p>
            <a:pPr>
              <a:spcAft>
                <a:spcPts val="1000"/>
              </a:spcAft>
            </a:pPr>
            <a:r>
              <a:t>Objective: Automate waste segregation and promote clean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Dataset: Waste Classification Data (from Kaggle).</a:t>
            </a:r>
          </a:p>
          <a:p>
            <a:pPr>
              <a:spcAft>
                <a:spcPts val="1000"/>
              </a:spcAft>
            </a:pPr>
            <a:r>
              <a:t>Contains images of Organic and Recyclable waste.</a:t>
            </a:r>
          </a:p>
          <a:p>
            <a:pPr>
              <a:spcAft>
                <a:spcPts val="1000"/>
              </a:spcAft>
            </a:pPr>
            <a:r>
              <a:t>Divided into TRAIN and TEST folders.</a:t>
            </a:r>
          </a:p>
          <a:p>
            <a:pPr>
              <a:spcAft>
                <a:spcPts val="1000"/>
              </a:spcAft>
            </a:pPr>
            <a:r>
              <a:t>Images resized to 128×128 pixels before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Used ImageDataGenerator to normalize images (rescale=1./255).</a:t>
            </a:r>
          </a:p>
          <a:p>
            <a:pPr>
              <a:spcAft>
                <a:spcPts val="1000"/>
              </a:spcAft>
            </a:pPr>
            <a:r>
              <a:t>Performed train-validation split (80–20).</a:t>
            </a:r>
          </a:p>
          <a:p>
            <a:pPr>
              <a:spcAft>
                <a:spcPts val="1000"/>
              </a:spcAft>
            </a:pPr>
            <a:r>
              <a:t>Categorical data encoded automatically during loading.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Model used: Convolutional Neural Network (CNN).</a:t>
            </a:r>
          </a:p>
          <a:p>
            <a:pPr>
              <a:spcAft>
                <a:spcPts val="1000"/>
              </a:spcAft>
            </a:pPr>
            <a:r>
              <a:t>Layers: Conv2D → ReLU → MaxPooling → Flatten → Dense → Dropout → Softmax.</a:t>
            </a:r>
          </a:p>
          <a:p>
            <a:pPr>
              <a:spcAft>
                <a:spcPts val="1000"/>
              </a:spcAft>
            </a:pPr>
            <a:r>
              <a:t>Output layer classifies images into 2 categories: Organic and Recyclable.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Framework: TensorFlow/Keras.</a:t>
            </a:r>
          </a:p>
          <a:p>
            <a:pPr>
              <a:spcAft>
                <a:spcPts val="1000"/>
              </a:spcAft>
            </a:pPr>
            <a:r>
              <a:t>Trained for 4 epochs with batch size 32.</a:t>
            </a:r>
          </a:p>
          <a:p>
            <a:pPr>
              <a:spcAft>
                <a:spcPts val="1000"/>
              </a:spcAft>
            </a:pPr>
            <a:r>
              <a:t>Optimizer: Adam | Loss Function: categorical_crossentropy.</a:t>
            </a:r>
          </a:p>
          <a:p>
            <a:pPr>
              <a:spcAft>
                <a:spcPts val="1000"/>
              </a:spcAft>
            </a:pPr>
            <a:r>
              <a:t>Training achieved accuracy around 88%.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Model accuracy: ~88%.</a:t>
            </a:r>
          </a:p>
          <a:p>
            <a:pPr>
              <a:spcAft>
                <a:spcPts val="1000"/>
              </a:spcAft>
            </a:pPr>
            <a:r>
              <a:t>Loss decreased steadily across epochs.</a:t>
            </a:r>
          </a:p>
          <a:p>
            <a:pPr>
              <a:spcAft>
                <a:spcPts val="1000"/>
              </a:spcAft>
            </a:pPr>
            <a:r>
              <a:t>Confusion matrix shows good class separation.</a:t>
            </a:r>
          </a:p>
          <a:p>
            <a:pPr>
              <a:spcAft>
                <a:spcPts val="1000"/>
              </a:spcAft>
            </a:pPr>
            <a:r>
              <a:t>Performance is suitable for basic waste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Successfully built a CNN model for waste classification.</a:t>
            </a:r>
          </a:p>
          <a:p>
            <a:pPr>
              <a:spcAft>
                <a:spcPts val="1000"/>
              </a:spcAft>
            </a:pPr>
            <a:r>
              <a:t>Automated waste segregation using AI and ML techniques.</a:t>
            </a:r>
          </a:p>
          <a:p>
            <a:pPr>
              <a:spcAft>
                <a:spcPts val="1000"/>
              </a:spcAft>
            </a:pPr>
            <a:r>
              <a:t>Future Scope:</a:t>
            </a:r>
          </a:p>
          <a:p>
            <a:pPr>
              <a:spcAft>
                <a:spcPts val="1000"/>
              </a:spcAft>
            </a:pPr>
            <a:r>
              <a:t>- Increase dataset size for higher accuracy.</a:t>
            </a:r>
          </a:p>
          <a:p>
            <a:pPr>
              <a:spcAft>
                <a:spcPts val="1000"/>
              </a:spcAft>
            </a:pPr>
            <a:r>
              <a:t>- Try transfer learning models like VGG16 or ResNet.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Python, TensorFlow, Keras, Matplotlib, Google Colab, Kaggle, GitHub.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</a:pPr>
            <a:r>
              <a:t>Project completed under AICTE–Edunet Foundation Internship (AI/ML).</a:t>
            </a:r>
          </a:p>
          <a:p>
            <a:pPr>
              <a:spcAft>
                <a:spcPts val="1000"/>
              </a:spcAft>
            </a:pPr>
            <a:r>
              <a:t>Special thanks to mentors and peers for guidance and support.</a:t>
            </a:r>
          </a:p>
          <a:p>
            <a:pPr>
              <a:spcAft>
                <a:spcPts val="1000"/>
              </a:spcAft>
            </a:pPr>
            <a:r>
              <a:t>Presented by: Vishal Chouhan, IIIT Agartala.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